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</p:sldIdLst>
  <p:sldSz cx="118872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25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1995312"/>
            <a:ext cx="10104120" cy="4244622"/>
          </a:xfrm>
        </p:spPr>
        <p:txBody>
          <a:bodyPr anchor="b"/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6403623"/>
            <a:ext cx="8915400" cy="2943577"/>
          </a:xfrm>
        </p:spPr>
        <p:txBody>
          <a:bodyPr/>
          <a:lstStyle>
            <a:lvl1pPr marL="0" indent="0" algn="ctr">
              <a:buNone/>
              <a:defRPr sz="3120"/>
            </a:lvl1pPr>
            <a:lvl2pPr marL="594360" indent="0" algn="ctr">
              <a:buNone/>
              <a:defRPr sz="2600"/>
            </a:lvl2pPr>
            <a:lvl3pPr marL="1188720" indent="0" algn="ctr">
              <a:buNone/>
              <a:defRPr sz="2340"/>
            </a:lvl3pPr>
            <a:lvl4pPr marL="1783080" indent="0" algn="ctr">
              <a:buNone/>
              <a:defRPr sz="2080"/>
            </a:lvl4pPr>
            <a:lvl5pPr marL="2377440" indent="0" algn="ctr">
              <a:buNone/>
              <a:defRPr sz="2080"/>
            </a:lvl5pPr>
            <a:lvl6pPr marL="2971800" indent="0" algn="ctr">
              <a:buNone/>
              <a:defRPr sz="2080"/>
            </a:lvl6pPr>
            <a:lvl7pPr marL="3566160" indent="0" algn="ctr">
              <a:buNone/>
              <a:defRPr sz="2080"/>
            </a:lvl7pPr>
            <a:lvl8pPr marL="4160520" indent="0" algn="ctr">
              <a:buNone/>
              <a:defRPr sz="2080"/>
            </a:lvl8pPr>
            <a:lvl9pPr marL="4754880" indent="0" algn="ctr">
              <a:buNone/>
              <a:defRPr sz="20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656D-9AB8-4442-81E8-271CED3DD4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2798-3518-44CB-B530-884CB5A0D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656D-9AB8-4442-81E8-271CED3DD4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2798-3518-44CB-B530-884CB5A0D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51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54" y="3039537"/>
            <a:ext cx="10252710" cy="5071532"/>
          </a:xfrm>
        </p:spPr>
        <p:txBody>
          <a:bodyPr anchor="b"/>
          <a:lstStyle>
            <a:lvl1pPr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54" y="8159048"/>
            <a:ext cx="10252710" cy="2666999"/>
          </a:xfrm>
        </p:spPr>
        <p:txBody>
          <a:bodyPr/>
          <a:lstStyle>
            <a:lvl1pPr marL="0" indent="0">
              <a:buNone/>
              <a:defRPr sz="3120">
                <a:solidFill>
                  <a:schemeClr val="tx1"/>
                </a:solidFill>
              </a:defRPr>
            </a:lvl1pPr>
            <a:lvl2pPr marL="59436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188720" indent="0">
              <a:buNone/>
              <a:defRPr sz="2340">
                <a:solidFill>
                  <a:schemeClr val="tx1">
                    <a:tint val="75000"/>
                  </a:schemeClr>
                </a:solidFill>
              </a:defRPr>
            </a:lvl3pPr>
            <a:lvl4pPr marL="178308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4pPr>
            <a:lvl5pPr marL="237744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5pPr>
            <a:lvl6pPr marL="297180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6pPr>
            <a:lvl7pPr marL="356616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7pPr>
            <a:lvl8pPr marL="416052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8pPr>
            <a:lvl9pPr marL="4754880" indent="0">
              <a:buNone/>
              <a:defRPr sz="2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656D-9AB8-4442-81E8-271CED3DD4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2798-3518-44CB-B530-884CB5A0D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34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5" y="3245556"/>
            <a:ext cx="505206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895" y="3245556"/>
            <a:ext cx="505206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656D-9AB8-4442-81E8-271CED3DD4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2798-3518-44CB-B530-884CB5A0D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9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3" y="649114"/>
            <a:ext cx="10252710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795" y="2988734"/>
            <a:ext cx="5028842" cy="1464732"/>
          </a:xfrm>
        </p:spPr>
        <p:txBody>
          <a:bodyPr anchor="b"/>
          <a:lstStyle>
            <a:lvl1pPr marL="0" indent="0">
              <a:buNone/>
              <a:defRPr sz="3120" b="1"/>
            </a:lvl1pPr>
            <a:lvl2pPr marL="594360" indent="0">
              <a:buNone/>
              <a:defRPr sz="2600" b="1"/>
            </a:lvl2pPr>
            <a:lvl3pPr marL="1188720" indent="0">
              <a:buNone/>
              <a:defRPr sz="2340" b="1"/>
            </a:lvl3pPr>
            <a:lvl4pPr marL="1783080" indent="0">
              <a:buNone/>
              <a:defRPr sz="2080" b="1"/>
            </a:lvl4pPr>
            <a:lvl5pPr marL="2377440" indent="0">
              <a:buNone/>
              <a:defRPr sz="2080" b="1"/>
            </a:lvl5pPr>
            <a:lvl6pPr marL="2971800" indent="0">
              <a:buNone/>
              <a:defRPr sz="2080" b="1"/>
            </a:lvl6pPr>
            <a:lvl7pPr marL="3566160" indent="0">
              <a:buNone/>
              <a:defRPr sz="2080" b="1"/>
            </a:lvl7pPr>
            <a:lvl8pPr marL="4160520" indent="0">
              <a:buNone/>
              <a:defRPr sz="2080" b="1"/>
            </a:lvl8pPr>
            <a:lvl9pPr marL="4754880" indent="0">
              <a:buNone/>
              <a:defRPr sz="2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795" y="4453467"/>
            <a:ext cx="5028842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7896" y="2988734"/>
            <a:ext cx="5053608" cy="1464732"/>
          </a:xfrm>
        </p:spPr>
        <p:txBody>
          <a:bodyPr anchor="b"/>
          <a:lstStyle>
            <a:lvl1pPr marL="0" indent="0">
              <a:buNone/>
              <a:defRPr sz="3120" b="1"/>
            </a:lvl1pPr>
            <a:lvl2pPr marL="594360" indent="0">
              <a:buNone/>
              <a:defRPr sz="2600" b="1"/>
            </a:lvl2pPr>
            <a:lvl3pPr marL="1188720" indent="0">
              <a:buNone/>
              <a:defRPr sz="2340" b="1"/>
            </a:lvl3pPr>
            <a:lvl4pPr marL="1783080" indent="0">
              <a:buNone/>
              <a:defRPr sz="2080" b="1"/>
            </a:lvl4pPr>
            <a:lvl5pPr marL="2377440" indent="0">
              <a:buNone/>
              <a:defRPr sz="2080" b="1"/>
            </a:lvl5pPr>
            <a:lvl6pPr marL="2971800" indent="0">
              <a:buNone/>
              <a:defRPr sz="2080" b="1"/>
            </a:lvl6pPr>
            <a:lvl7pPr marL="3566160" indent="0">
              <a:buNone/>
              <a:defRPr sz="2080" b="1"/>
            </a:lvl7pPr>
            <a:lvl8pPr marL="4160520" indent="0">
              <a:buNone/>
              <a:defRPr sz="2080" b="1"/>
            </a:lvl8pPr>
            <a:lvl9pPr marL="4754880" indent="0">
              <a:buNone/>
              <a:defRPr sz="2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7896" y="4453467"/>
            <a:ext cx="5053608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656D-9AB8-4442-81E8-271CED3DD4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2798-3518-44CB-B530-884CB5A0D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3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656D-9AB8-4442-81E8-271CED3DD4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2798-3518-44CB-B530-884CB5A0D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7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656D-9AB8-4442-81E8-271CED3DD4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2798-3518-44CB-B530-884CB5A0D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53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812800"/>
            <a:ext cx="3833931" cy="2844800"/>
          </a:xfrm>
        </p:spPr>
        <p:txBody>
          <a:bodyPr anchor="b"/>
          <a:lstStyle>
            <a:lvl1pPr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3608" y="1755425"/>
            <a:ext cx="6017895" cy="8664222"/>
          </a:xfrm>
        </p:spPr>
        <p:txBody>
          <a:bodyPr/>
          <a:lstStyle>
            <a:lvl1pPr>
              <a:defRPr sz="4160"/>
            </a:lvl1pPr>
            <a:lvl2pPr>
              <a:defRPr sz="3640"/>
            </a:lvl2pPr>
            <a:lvl3pPr>
              <a:defRPr sz="312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3657600"/>
            <a:ext cx="3833931" cy="6776156"/>
          </a:xfrm>
        </p:spPr>
        <p:txBody>
          <a:bodyPr/>
          <a:lstStyle>
            <a:lvl1pPr marL="0" indent="0">
              <a:buNone/>
              <a:defRPr sz="2080"/>
            </a:lvl1pPr>
            <a:lvl2pPr marL="594360" indent="0">
              <a:buNone/>
              <a:defRPr sz="1820"/>
            </a:lvl2pPr>
            <a:lvl3pPr marL="1188720" indent="0">
              <a:buNone/>
              <a:defRPr sz="1560"/>
            </a:lvl3pPr>
            <a:lvl4pPr marL="1783080" indent="0">
              <a:buNone/>
              <a:defRPr sz="1300"/>
            </a:lvl4pPr>
            <a:lvl5pPr marL="2377440" indent="0">
              <a:buNone/>
              <a:defRPr sz="1300"/>
            </a:lvl5pPr>
            <a:lvl6pPr marL="2971800" indent="0">
              <a:buNone/>
              <a:defRPr sz="1300"/>
            </a:lvl6pPr>
            <a:lvl7pPr marL="3566160" indent="0">
              <a:buNone/>
              <a:defRPr sz="1300"/>
            </a:lvl7pPr>
            <a:lvl8pPr marL="4160520" indent="0">
              <a:buNone/>
              <a:defRPr sz="1300"/>
            </a:lvl8pPr>
            <a:lvl9pPr marL="4754880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656D-9AB8-4442-81E8-271CED3DD4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2798-3518-44CB-B530-884CB5A0D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05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794" y="812800"/>
            <a:ext cx="3833931" cy="2844800"/>
          </a:xfrm>
        </p:spPr>
        <p:txBody>
          <a:bodyPr anchor="b"/>
          <a:lstStyle>
            <a:lvl1pPr>
              <a:defRPr sz="4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3608" y="1755425"/>
            <a:ext cx="6017895" cy="8664222"/>
          </a:xfrm>
        </p:spPr>
        <p:txBody>
          <a:bodyPr anchor="t"/>
          <a:lstStyle>
            <a:lvl1pPr marL="0" indent="0">
              <a:buNone/>
              <a:defRPr sz="4160"/>
            </a:lvl1pPr>
            <a:lvl2pPr marL="594360" indent="0">
              <a:buNone/>
              <a:defRPr sz="3640"/>
            </a:lvl2pPr>
            <a:lvl3pPr marL="1188720" indent="0">
              <a:buNone/>
              <a:defRPr sz="3120"/>
            </a:lvl3pPr>
            <a:lvl4pPr marL="1783080" indent="0">
              <a:buNone/>
              <a:defRPr sz="2600"/>
            </a:lvl4pPr>
            <a:lvl5pPr marL="2377440" indent="0">
              <a:buNone/>
              <a:defRPr sz="2600"/>
            </a:lvl5pPr>
            <a:lvl6pPr marL="2971800" indent="0">
              <a:buNone/>
              <a:defRPr sz="2600"/>
            </a:lvl6pPr>
            <a:lvl7pPr marL="3566160" indent="0">
              <a:buNone/>
              <a:defRPr sz="2600"/>
            </a:lvl7pPr>
            <a:lvl8pPr marL="4160520" indent="0">
              <a:buNone/>
              <a:defRPr sz="2600"/>
            </a:lvl8pPr>
            <a:lvl9pPr marL="4754880" indent="0">
              <a:buNone/>
              <a:defRPr sz="2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794" y="3657600"/>
            <a:ext cx="3833931" cy="6776156"/>
          </a:xfrm>
        </p:spPr>
        <p:txBody>
          <a:bodyPr/>
          <a:lstStyle>
            <a:lvl1pPr marL="0" indent="0">
              <a:buNone/>
              <a:defRPr sz="2080"/>
            </a:lvl1pPr>
            <a:lvl2pPr marL="594360" indent="0">
              <a:buNone/>
              <a:defRPr sz="1820"/>
            </a:lvl2pPr>
            <a:lvl3pPr marL="1188720" indent="0">
              <a:buNone/>
              <a:defRPr sz="1560"/>
            </a:lvl3pPr>
            <a:lvl4pPr marL="1783080" indent="0">
              <a:buNone/>
              <a:defRPr sz="1300"/>
            </a:lvl4pPr>
            <a:lvl5pPr marL="2377440" indent="0">
              <a:buNone/>
              <a:defRPr sz="1300"/>
            </a:lvl5pPr>
            <a:lvl6pPr marL="2971800" indent="0">
              <a:buNone/>
              <a:defRPr sz="1300"/>
            </a:lvl6pPr>
            <a:lvl7pPr marL="3566160" indent="0">
              <a:buNone/>
              <a:defRPr sz="1300"/>
            </a:lvl7pPr>
            <a:lvl8pPr marL="4160520" indent="0">
              <a:buNone/>
              <a:defRPr sz="1300"/>
            </a:lvl8pPr>
            <a:lvl9pPr marL="4754880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656D-9AB8-4442-81E8-271CED3DD4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2798-3518-44CB-B530-884CB5A0D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656D-9AB8-4442-81E8-271CED3DD4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2798-3518-44CB-B530-884CB5A0D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19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6778" y="649111"/>
            <a:ext cx="2563178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5" y="649111"/>
            <a:ext cx="7540943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656D-9AB8-4442-81E8-271CED3DD4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2798-3518-44CB-B530-884CB5A0D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31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7245" y="649114"/>
            <a:ext cx="1025271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7245" y="3245556"/>
            <a:ext cx="1025271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7245" y="11300181"/>
            <a:ext cx="267462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A656D-9AB8-4442-81E8-271CED3DD430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7635" y="11300181"/>
            <a:ext cx="401193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95335" y="11300181"/>
            <a:ext cx="267462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42798-3518-44CB-B530-884CB5A0D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91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88720" rtl="0" eaLnBrk="1" latinLnBrk="0" hangingPunct="1">
        <a:lnSpc>
          <a:spcPct val="90000"/>
        </a:lnSpc>
        <a:spcBef>
          <a:spcPct val="0"/>
        </a:spcBef>
        <a:buNone/>
        <a:defRPr sz="5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72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590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8026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462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898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334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770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52060" indent="-297180" algn="l" defTabSz="118872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72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308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744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7180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6052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4880" algn="l" defTabSz="118872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37C16-8B18-2904-B1FE-24F65D35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roup 535">
            <a:extLst>
              <a:ext uri="{FF2B5EF4-FFF2-40B4-BE49-F238E27FC236}">
                <a16:creationId xmlns:a16="http://schemas.microsoft.com/office/drawing/2014/main" id="{28B5C1FC-715E-B37E-B7EF-68F4F4036A1C}"/>
              </a:ext>
            </a:extLst>
          </p:cNvPr>
          <p:cNvGrpSpPr/>
          <p:nvPr/>
        </p:nvGrpSpPr>
        <p:grpSpPr>
          <a:xfrm>
            <a:off x="2934155" y="2707035"/>
            <a:ext cx="7300640" cy="6354301"/>
            <a:chOff x="3033215" y="2707035"/>
            <a:chExt cx="7300640" cy="635430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635A5D4-8830-3BE2-846F-36107582527A}"/>
                </a:ext>
              </a:extLst>
            </p:cNvPr>
            <p:cNvSpPr/>
            <p:nvPr/>
          </p:nvSpPr>
          <p:spPr>
            <a:xfrm>
              <a:off x="5600701" y="2707035"/>
              <a:ext cx="1828800" cy="276999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BWDB Water Level Data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9855EC-AE90-5097-3BA0-97802245142C}"/>
                </a:ext>
              </a:extLst>
            </p:cNvPr>
            <p:cNvSpPr/>
            <p:nvPr/>
          </p:nvSpPr>
          <p:spPr>
            <a:xfrm>
              <a:off x="5646420" y="3357392"/>
              <a:ext cx="1737360" cy="276999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Missing Value Detection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C310C6-2655-28B4-5697-662C5E8A7B45}"/>
                </a:ext>
              </a:extLst>
            </p:cNvPr>
            <p:cNvSpPr/>
            <p:nvPr/>
          </p:nvSpPr>
          <p:spPr>
            <a:xfrm>
              <a:off x="5875021" y="4007749"/>
              <a:ext cx="1280160" cy="276999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KNN Imputation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DD6352-97AF-3A4A-4AE5-D8AD07E8D242}"/>
                </a:ext>
              </a:extLst>
            </p:cNvPr>
            <p:cNvSpPr/>
            <p:nvPr/>
          </p:nvSpPr>
          <p:spPr>
            <a:xfrm>
              <a:off x="5792536" y="4658106"/>
              <a:ext cx="1445131" cy="276999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 Preparation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446113E-4239-3894-3D9B-FA24A630BFA9}"/>
                </a:ext>
              </a:extLst>
            </p:cNvPr>
            <p:cNvSpPr/>
            <p:nvPr/>
          </p:nvSpPr>
          <p:spPr>
            <a:xfrm>
              <a:off x="5920741" y="5308461"/>
              <a:ext cx="1188720" cy="276999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Train/Test Split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10EC87-6BB4-1046-1E70-E590B5AA13D9}"/>
                </a:ext>
              </a:extLst>
            </p:cNvPr>
            <p:cNvSpPr/>
            <p:nvPr/>
          </p:nvSpPr>
          <p:spPr>
            <a:xfrm>
              <a:off x="3033215" y="6406126"/>
              <a:ext cx="1371600" cy="276999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 Regression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F331649-26CC-A349-EF4A-AD6AEF582246}"/>
                </a:ext>
              </a:extLst>
            </p:cNvPr>
            <p:cNvSpPr/>
            <p:nvPr/>
          </p:nvSpPr>
          <p:spPr>
            <a:xfrm>
              <a:off x="4617747" y="6406126"/>
              <a:ext cx="1920240" cy="276999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Random Forest Regression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17A0B0-3F0E-5BB5-58BD-812DDF44B2B8}"/>
                </a:ext>
              </a:extLst>
            </p:cNvPr>
            <p:cNvSpPr/>
            <p:nvPr/>
          </p:nvSpPr>
          <p:spPr>
            <a:xfrm>
              <a:off x="4343427" y="7456732"/>
              <a:ext cx="2194560" cy="276999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Performance Comparison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A378A5E-C22F-F166-C4EC-16EDFE740772}"/>
                </a:ext>
              </a:extLst>
            </p:cNvPr>
            <p:cNvSpPr/>
            <p:nvPr/>
          </p:nvSpPr>
          <p:spPr>
            <a:xfrm>
              <a:off x="7769664" y="7364399"/>
              <a:ext cx="2011680" cy="461665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Prediction Performance and Feature Importance Analysis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8DF990C-82CC-53A3-1DB1-D8FC3F36029E}"/>
                </a:ext>
              </a:extLst>
            </p:cNvPr>
            <p:cNvSpPr/>
            <p:nvPr/>
          </p:nvSpPr>
          <p:spPr>
            <a:xfrm>
              <a:off x="5675630" y="8784337"/>
              <a:ext cx="1678939" cy="276999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 Interpretation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22C3E49-3328-D589-D8D9-0CF4EDFA0BD0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6515100" y="2984034"/>
              <a:ext cx="1" cy="373358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D0DA71B-AC45-25EF-DC5C-99F5B05C2AAE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6515100" y="3634391"/>
              <a:ext cx="1" cy="373358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55FA543-91B5-4D41-6996-99DF2C30E971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>
              <a:off x="6515101" y="4284748"/>
              <a:ext cx="1" cy="373358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88A57F5-132D-165E-07DA-774F730E5D39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6515101" y="4935105"/>
              <a:ext cx="1" cy="373356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580597B8-B832-A027-2255-BCA5C4D04206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 rot="5400000">
              <a:off x="4706725" y="4597750"/>
              <a:ext cx="820666" cy="2796086"/>
            </a:xfrm>
            <a:prstGeom prst="bentConnector3">
              <a:avLst>
                <a:gd name="adj1" fmla="val 50000"/>
              </a:avLst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27">
              <a:extLst>
                <a:ext uri="{FF2B5EF4-FFF2-40B4-BE49-F238E27FC236}">
                  <a16:creationId xmlns:a16="http://schemas.microsoft.com/office/drawing/2014/main" id="{15CC6D08-5A1C-DFAB-9B72-288214E590EF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 rot="5400000">
              <a:off x="5636151" y="5527176"/>
              <a:ext cx="820666" cy="937234"/>
            </a:xfrm>
            <a:prstGeom prst="bentConnector3">
              <a:avLst>
                <a:gd name="adj1" fmla="val 50000"/>
              </a:avLst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9E00039-16FB-F95F-3CE4-ADA6C7AD26BB}"/>
                </a:ext>
              </a:extLst>
            </p:cNvPr>
            <p:cNvCxnSpPr>
              <a:cxnSpLocks/>
              <a:stCxn id="9" idx="2"/>
              <a:endCxn id="14" idx="1"/>
            </p:cNvCxnSpPr>
            <p:nvPr/>
          </p:nvCxnSpPr>
          <p:spPr>
            <a:xfrm rot="16200000" flipH="1">
              <a:off x="3575168" y="6826972"/>
              <a:ext cx="912107" cy="624412"/>
            </a:xfrm>
            <a:prstGeom prst="bentConnector2">
              <a:avLst/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A4C28CC-0354-4E05-064F-C94B44155CD6}"/>
                </a:ext>
              </a:extLst>
            </p:cNvPr>
            <p:cNvCxnSpPr>
              <a:cxnSpLocks/>
              <a:stCxn id="10" idx="2"/>
              <a:endCxn id="15" idx="0"/>
            </p:cNvCxnSpPr>
            <p:nvPr/>
          </p:nvCxnSpPr>
          <p:spPr>
            <a:xfrm rot="16200000" flipH="1">
              <a:off x="6836048" y="5424943"/>
              <a:ext cx="681274" cy="3197637"/>
            </a:xfrm>
            <a:prstGeom prst="bentConnector3">
              <a:avLst>
                <a:gd name="adj1" fmla="val 50000"/>
              </a:avLst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1B70447-A6A0-4BB4-3791-097C552E0BC9}"/>
                </a:ext>
              </a:extLst>
            </p:cNvPr>
            <p:cNvCxnSpPr>
              <a:cxnSpLocks/>
              <a:stCxn id="14" idx="2"/>
              <a:endCxn id="16" idx="0"/>
            </p:cNvCxnSpPr>
            <p:nvPr/>
          </p:nvCxnSpPr>
          <p:spPr>
            <a:xfrm rot="16200000" flipH="1">
              <a:off x="5452600" y="7721837"/>
              <a:ext cx="1050606" cy="1074393"/>
            </a:xfrm>
            <a:prstGeom prst="bentConnector3">
              <a:avLst>
                <a:gd name="adj1" fmla="val 50000"/>
              </a:avLst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1D7625D-466D-8B63-04BB-A3B9A1868208}"/>
                </a:ext>
              </a:extLst>
            </p:cNvPr>
            <p:cNvCxnSpPr>
              <a:cxnSpLocks/>
              <a:stCxn id="15" idx="2"/>
              <a:endCxn id="14" idx="3"/>
            </p:cNvCxnSpPr>
            <p:nvPr/>
          </p:nvCxnSpPr>
          <p:spPr>
            <a:xfrm rot="5400000" flipH="1">
              <a:off x="7541330" y="6591890"/>
              <a:ext cx="230832" cy="2237517"/>
            </a:xfrm>
            <a:prstGeom prst="bentConnector4">
              <a:avLst>
                <a:gd name="adj1" fmla="val -178260"/>
                <a:gd name="adj2" fmla="val 72477"/>
              </a:avLst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E1A3365-5198-2CCE-10C7-AE8104ACBCCD}"/>
                </a:ext>
              </a:extLst>
            </p:cNvPr>
            <p:cNvSpPr/>
            <p:nvPr/>
          </p:nvSpPr>
          <p:spPr>
            <a:xfrm>
              <a:off x="6750919" y="6406126"/>
              <a:ext cx="805813" cy="276999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XGBoost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6F0DE5-D64F-9855-A1F1-A9BF7CB7B754}"/>
                </a:ext>
              </a:extLst>
            </p:cNvPr>
            <p:cNvSpPr/>
            <p:nvPr/>
          </p:nvSpPr>
          <p:spPr>
            <a:xfrm>
              <a:off x="7769664" y="6406126"/>
              <a:ext cx="878968" cy="276999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LightGBM</a:t>
              </a:r>
              <a:endPara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7FE6F5D-09D5-FB17-1F91-645280A02EAC}"/>
                </a:ext>
              </a:extLst>
            </p:cNvPr>
            <p:cNvSpPr/>
            <p:nvPr/>
          </p:nvSpPr>
          <p:spPr>
            <a:xfrm>
              <a:off x="8861563" y="6406126"/>
              <a:ext cx="1472292" cy="276999"/>
            </a:xfrm>
            <a:prstGeom prst="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CatBoost</a:t>
              </a:r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Regression</a:t>
              </a:r>
            </a:p>
          </p:txBody>
        </p:sp>
        <p:cxnSp>
          <p:nvCxnSpPr>
            <p:cNvPr id="204" name="Straight Arrow Connector 34">
              <a:extLst>
                <a:ext uri="{FF2B5EF4-FFF2-40B4-BE49-F238E27FC236}">
                  <a16:creationId xmlns:a16="http://schemas.microsoft.com/office/drawing/2014/main" id="{E070ADBD-16AD-35BA-9C96-63C5DE988296}"/>
                </a:ext>
              </a:extLst>
            </p:cNvPr>
            <p:cNvCxnSpPr>
              <a:cxnSpLocks/>
              <a:stCxn id="21" idx="2"/>
              <a:endCxn id="15" idx="0"/>
            </p:cNvCxnSpPr>
            <p:nvPr/>
          </p:nvCxnSpPr>
          <p:spPr>
            <a:xfrm rot="16200000" flipH="1">
              <a:off x="7624028" y="6212923"/>
              <a:ext cx="681274" cy="1621678"/>
            </a:xfrm>
            <a:prstGeom prst="bentConnector3">
              <a:avLst>
                <a:gd name="adj1" fmla="val 50000"/>
              </a:avLst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5" name="Straight Arrow Connector 34">
              <a:extLst>
                <a:ext uri="{FF2B5EF4-FFF2-40B4-BE49-F238E27FC236}">
                  <a16:creationId xmlns:a16="http://schemas.microsoft.com/office/drawing/2014/main" id="{C098FE61-8913-7788-67FF-062E649DE8BF}"/>
                </a:ext>
              </a:extLst>
            </p:cNvPr>
            <p:cNvCxnSpPr>
              <a:cxnSpLocks/>
              <a:stCxn id="29" idx="2"/>
              <a:endCxn id="15" idx="0"/>
            </p:cNvCxnSpPr>
            <p:nvPr/>
          </p:nvCxnSpPr>
          <p:spPr>
            <a:xfrm rot="16200000" flipH="1">
              <a:off x="8151689" y="6740584"/>
              <a:ext cx="681274" cy="566356"/>
            </a:xfrm>
            <a:prstGeom prst="bentConnector3">
              <a:avLst>
                <a:gd name="adj1" fmla="val 50000"/>
              </a:avLst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Straight Arrow Connector 34">
              <a:extLst>
                <a:ext uri="{FF2B5EF4-FFF2-40B4-BE49-F238E27FC236}">
                  <a16:creationId xmlns:a16="http://schemas.microsoft.com/office/drawing/2014/main" id="{8B3D3316-D41F-C572-59F1-A9DD84596DBB}"/>
                </a:ext>
              </a:extLst>
            </p:cNvPr>
            <p:cNvCxnSpPr>
              <a:cxnSpLocks/>
              <a:stCxn id="32" idx="2"/>
              <a:endCxn id="15" idx="0"/>
            </p:cNvCxnSpPr>
            <p:nvPr/>
          </p:nvCxnSpPr>
          <p:spPr>
            <a:xfrm rot="5400000">
              <a:off x="8845970" y="6612660"/>
              <a:ext cx="681274" cy="822205"/>
            </a:xfrm>
            <a:prstGeom prst="bentConnector3">
              <a:avLst>
                <a:gd name="adj1" fmla="val 50000"/>
              </a:avLst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8" name="Straight Arrow Connector 27">
              <a:extLst>
                <a:ext uri="{FF2B5EF4-FFF2-40B4-BE49-F238E27FC236}">
                  <a16:creationId xmlns:a16="http://schemas.microsoft.com/office/drawing/2014/main" id="{B622D611-D0F8-8D48-D97F-6AA06511213B}"/>
                </a:ext>
              </a:extLst>
            </p:cNvPr>
            <p:cNvCxnSpPr>
              <a:cxnSpLocks/>
              <a:stCxn id="8" idx="2"/>
              <a:endCxn id="21" idx="0"/>
            </p:cNvCxnSpPr>
            <p:nvPr/>
          </p:nvCxnSpPr>
          <p:spPr>
            <a:xfrm rot="16200000" flipH="1">
              <a:off x="6424130" y="5676430"/>
              <a:ext cx="820666" cy="638725"/>
            </a:xfrm>
            <a:prstGeom prst="bentConnector3">
              <a:avLst>
                <a:gd name="adj1" fmla="val 50000"/>
              </a:avLst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9" name="Straight Arrow Connector 27">
              <a:extLst>
                <a:ext uri="{FF2B5EF4-FFF2-40B4-BE49-F238E27FC236}">
                  <a16:creationId xmlns:a16="http://schemas.microsoft.com/office/drawing/2014/main" id="{3206D15D-A930-30F4-765C-FA4D7FD2E008}"/>
                </a:ext>
              </a:extLst>
            </p:cNvPr>
            <p:cNvCxnSpPr>
              <a:cxnSpLocks/>
              <a:stCxn id="8" idx="2"/>
              <a:endCxn id="29" idx="0"/>
            </p:cNvCxnSpPr>
            <p:nvPr/>
          </p:nvCxnSpPr>
          <p:spPr>
            <a:xfrm rot="16200000" flipH="1">
              <a:off x="6951791" y="5148769"/>
              <a:ext cx="820666" cy="1694047"/>
            </a:xfrm>
            <a:prstGeom prst="bentConnector3">
              <a:avLst>
                <a:gd name="adj1" fmla="val 50000"/>
              </a:avLst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0" name="Straight Arrow Connector 27">
              <a:extLst>
                <a:ext uri="{FF2B5EF4-FFF2-40B4-BE49-F238E27FC236}">
                  <a16:creationId xmlns:a16="http://schemas.microsoft.com/office/drawing/2014/main" id="{4AA86F48-F603-6E50-897B-41C27206C63D}"/>
                </a:ext>
              </a:extLst>
            </p:cNvPr>
            <p:cNvCxnSpPr>
              <a:cxnSpLocks/>
              <a:stCxn id="8" idx="2"/>
              <a:endCxn id="32" idx="0"/>
            </p:cNvCxnSpPr>
            <p:nvPr/>
          </p:nvCxnSpPr>
          <p:spPr>
            <a:xfrm rot="16200000" flipH="1">
              <a:off x="7646072" y="4454489"/>
              <a:ext cx="820666" cy="3082608"/>
            </a:xfrm>
            <a:prstGeom prst="bentConnector3">
              <a:avLst>
                <a:gd name="adj1" fmla="val 50000"/>
              </a:avLst>
            </a:prstGeom>
            <a:ln w="158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5549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535</TotalTime>
  <Words>35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Nafees Ahmed</dc:creator>
  <cp:lastModifiedBy>James Shuvo</cp:lastModifiedBy>
  <cp:revision>11</cp:revision>
  <dcterms:created xsi:type="dcterms:W3CDTF">2026-07-04T16:17:22Z</dcterms:created>
  <dcterms:modified xsi:type="dcterms:W3CDTF">2026-09-28T19:52:23Z</dcterms:modified>
</cp:coreProperties>
</file>